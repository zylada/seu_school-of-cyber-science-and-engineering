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99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6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94C477-EC2F-4FEC-9160-392B589EE8C2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3C349-F7BE-494B-9760-3354ACEFFD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6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1EED02-756C-42E9-92B0-372DB02614B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622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EB310-82AF-4CDE-A1BD-D067E5A7E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4ADFE7-4AB3-437D-A4E1-502996B4F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DF5DF5-3F0D-4B86-B2CA-96077F73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B1E31-3790-4A29-BEB3-3C2680EA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9C08B-BCA5-44FA-98EA-BE0F28DF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33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FB872-69B9-444E-9AC2-7106F4E6C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C5D822-9817-4567-9530-C31F3BC57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F91E4-E18A-4A81-84D1-7C5A0EB36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17D941-1DA3-417C-9966-9929B297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A8BE2-DA25-41A5-99D1-962142E1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647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EB906-DC99-4820-8B90-0C9ED06F4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CBE9F1-605B-4BD0-9EB4-F2A2B991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3551B-F70C-4C11-B67D-69546AD2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3C3DA5-CD3A-4CCB-B72F-79CF098DA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3AC50-3A2B-40E3-B672-5AADF0E7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319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763842-0F55-4196-A0F7-D16FA60A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028454-A7A0-47F9-9579-79A1D65C1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A248E1-BB1F-4DF9-9FEC-B9D48D2E1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D3318A-CABE-4E68-A204-4EADE2E6B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2B4817-E541-4BD0-AD9C-C4B3A90CC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D5A22F-6FFE-482A-8DC9-1BE11F1A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25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E989A-4909-4ABB-B3F5-733B717F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D29CF9-14C1-42A5-9FA7-83D16A8BE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B7A6B6-AEC2-43E4-B726-5C20CF36E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ED87D2-94D6-4F75-8322-0D1BA6EC8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B4303D-2F8F-4CB5-988F-6C394103A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9236BB-FDAF-4B96-BDF0-6B849153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090D57-C96C-4541-A435-775D5C95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C5D567-A75E-4CEA-9C28-3CAA3B5C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14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14B127-D0BB-40B3-BC8D-7512E458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AB89CA-7218-4D4D-9269-0D36195F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18CF5F-07C1-48C9-BDF4-D599DA25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937D6F-3B09-4666-9CD5-02EF9527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75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367AAF-7F48-4103-994B-548148851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672AA1-E7BE-4251-A687-1CE6FCA5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7EB9C-76A3-4E1E-B7AF-D4C19737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85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ECCA0E-2DD2-4851-8466-E2960D33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6187D-4001-4EC1-893D-C5B1FA00A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59192E-CDD5-4987-8192-0B04538FF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FD69E1-E413-4D52-8727-862475D3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1F5CA1-7A90-48E1-9713-67820BEB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098144-6098-475C-A8CC-C02A6B0E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68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1DA01-CF18-46CD-81DE-D7E963D87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5EC042-ECA3-4CA6-A73A-B33EFC131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FC30F7-9DDC-4E8A-A209-985FF5914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8219B4-D6FC-45BA-99C0-5C5FEFFB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478E8A-A6B5-4501-ABF3-1DA688B53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2542B0-E164-4AB0-884D-8D7DA205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321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BDB92-DCA4-4FFD-8913-2C0430EB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AED0E6-6122-4C74-836A-6ADE68F07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8C12AA-7CC1-454D-A08A-A2583D4FA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A4ABD-5F4B-451D-93BC-C12973F3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DCCD3A-E092-496F-966F-47399143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207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46445A-8E8D-4B18-98E2-3BA528BCC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7D7876-A1A8-4CB5-88B3-4807710D3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E1E1A7-6EE7-4EB6-9ECD-ECCE0621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0C211C-4158-47ED-9E19-4775B424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3071AD-C1E0-462D-8A94-3E526FF89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685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791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69C10C-BA4D-4167-8A0F-9056CDD3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BCD470-2B9D-4B2D-8CB4-B9A8550A4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8B0F57-BB0E-4F4C-ADA4-5C001576A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08BD3-1CD9-40A9-A952-453DE048705B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E561E8-B428-4380-97FA-DED3F86C3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190297-2312-4D6F-B356-58FB96F34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E4AEF-4797-45E1-AB05-91D25E3381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48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8792" y="405910"/>
            <a:ext cx="82183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630" eaLnBrk="1" hangingPunct="1"/>
            <a:r>
              <a:rPr lang="zh-CN" altLang="en-US" sz="3600" b="1" dirty="0">
                <a:solidFill>
                  <a:srgbClr val="44546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文件链接</a:t>
            </a:r>
            <a:endParaRPr lang="zh-CN" altLang="en-US" sz="36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30657" y="1345221"/>
            <a:ext cx="113306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实验报告模板：</a:t>
            </a:r>
            <a:endParaRPr lang="en-US" altLang="zh-CN" b="1" kern="100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zh-CN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https://pan.seu.edu.cn/link/AAFF3FA81E38C14D9AB82D438D8F8D580A</a:t>
            </a:r>
          </a:p>
          <a:p>
            <a:pPr marL="800100" lvl="1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提取码：</a:t>
            </a:r>
            <a:r>
              <a:rPr lang="en-US" altLang="zh-CN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5cfg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01E8ED-5629-4545-8489-6AFD02CC1450}"/>
              </a:ext>
            </a:extLst>
          </p:cNvPr>
          <p:cNvSpPr txBox="1"/>
          <p:nvPr/>
        </p:nvSpPr>
        <p:spPr>
          <a:xfrm>
            <a:off x="430656" y="2580109"/>
            <a:ext cx="113306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基础任务实验数据：</a:t>
            </a:r>
            <a:endParaRPr lang="en-US" altLang="zh-CN" b="1" kern="100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zh-CN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https://pan.seu.edu.cn/link/AA15C17D1B3D8041B5A228C0B3318B3D17</a:t>
            </a:r>
          </a:p>
          <a:p>
            <a:pPr marL="800100" lvl="1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提取码：</a:t>
            </a:r>
            <a:r>
              <a:rPr lang="en-US" altLang="zh-CN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Ukm8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6E142B-C4C9-447B-9DF2-DF697A0B5B80}"/>
              </a:ext>
            </a:extLst>
          </p:cNvPr>
          <p:cNvSpPr txBox="1"/>
          <p:nvPr/>
        </p:nvSpPr>
        <p:spPr>
          <a:xfrm>
            <a:off x="430656" y="4125872"/>
            <a:ext cx="113306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赛道任务实验数据：</a:t>
            </a:r>
            <a:endParaRPr lang="en-US" altLang="zh-CN" b="1" kern="100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zh-CN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https://pan.seu.edu.cn/link/AA261B792F112F4724B0360535BD23897E</a:t>
            </a:r>
          </a:p>
          <a:p>
            <a:pPr marL="800100" lvl="1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提取码：</a:t>
            </a:r>
            <a:r>
              <a:rPr lang="en-US" altLang="zh-CN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WNJO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2EC1A1-62B3-4043-8B0D-81AF856EC76B}"/>
              </a:ext>
            </a:extLst>
          </p:cNvPr>
          <p:cNvSpPr txBox="1"/>
          <p:nvPr/>
        </p:nvSpPr>
        <p:spPr>
          <a:xfrm>
            <a:off x="430655" y="5512779"/>
            <a:ext cx="113306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基础任务验收数据集：</a:t>
            </a:r>
            <a:endParaRPr lang="en-US" altLang="zh-CN" b="1" kern="100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zh-CN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https://pan.seu.edu.cn/link/AAD5AE18BA76F145038754C76C720F999A</a:t>
            </a:r>
          </a:p>
          <a:p>
            <a:pPr marL="800100" lvl="1" indent="-342900"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提取码：</a:t>
            </a:r>
            <a:r>
              <a:rPr lang="en-US" altLang="zh-CN" b="1" kern="1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6qjg</a:t>
            </a:r>
          </a:p>
        </p:txBody>
      </p:sp>
    </p:spTree>
    <p:extLst>
      <p:ext uri="{BB962C8B-B14F-4D97-AF65-F5344CB8AC3E}">
        <p14:creationId xmlns:p14="http://schemas.microsoft.com/office/powerpoint/2010/main" val="83144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 Light</vt:lpstr>
      <vt:lpstr>Arial</vt:lpstr>
      <vt:lpstr>Wingdings</vt:lpstr>
      <vt:lpstr>等线</vt:lpstr>
      <vt:lpstr>微软雅黑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admin</cp:lastModifiedBy>
  <cp:revision>1</cp:revision>
  <dcterms:created xsi:type="dcterms:W3CDTF">2026-05-25T02:01:51Z</dcterms:created>
  <dcterms:modified xsi:type="dcterms:W3CDTF">2026-05-25T02:01:57Z</dcterms:modified>
</cp:coreProperties>
</file>
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0" d="100"/>
          <a:sy n="40" d="100"/>
        </p:scale>
        <p:origin x="562" y="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2024/1/3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期末复习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8277" y="2169574"/>
            <a:ext cx="7492068" cy="3350382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复数与复变函数</a:t>
            </a:r>
            <a:endParaRPr lang="en-US" altLang="zh-CN" dirty="0" smtClean="0"/>
          </a:p>
          <a:p>
            <a:r>
              <a:rPr lang="zh-CN" altLang="en-US" dirty="0" smtClean="0"/>
              <a:t>解析函数，柯西黎曼条件，初等复变函数</a:t>
            </a:r>
            <a:endParaRPr lang="en-US" altLang="zh-CN" dirty="0" smtClean="0"/>
          </a:p>
          <a:p>
            <a:r>
              <a:rPr lang="zh-CN" altLang="en-US" dirty="0" smtClean="0"/>
              <a:t>复积分，柯西积分定理，柯西积分公式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---------------------------------------------------------</a:t>
            </a:r>
          </a:p>
          <a:p>
            <a:r>
              <a:rPr lang="zh-CN" altLang="en-US" dirty="0" smtClean="0"/>
              <a:t>复级数，幂级数，泰勒级数，洛朗级数</a:t>
            </a:r>
            <a:endParaRPr lang="en-US" altLang="zh-CN" dirty="0" smtClean="0"/>
          </a:p>
          <a:p>
            <a:r>
              <a:rPr lang="zh-CN" altLang="en-US" dirty="0" smtClean="0"/>
              <a:t>孤立奇点分类，留数定理</a:t>
            </a:r>
            <a:endParaRPr lang="en-US" altLang="zh-CN" dirty="0" smtClean="0"/>
          </a:p>
          <a:p>
            <a:r>
              <a:rPr lang="zh-CN" altLang="en-US" dirty="0" smtClean="0"/>
              <a:t>共形映射，分式线性变换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506" y="1039580"/>
            <a:ext cx="8048625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组合 11"/>
          <p:cNvGrpSpPr/>
          <p:nvPr/>
        </p:nvGrpSpPr>
        <p:grpSpPr>
          <a:xfrm>
            <a:off x="820198" y="2597660"/>
            <a:ext cx="8208147" cy="1209675"/>
            <a:chOff x="803420" y="2077543"/>
            <a:chExt cx="8208147" cy="1209675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03420" y="2077543"/>
              <a:ext cx="3924300" cy="1209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925342" y="2389596"/>
              <a:ext cx="4086225" cy="619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5366" y="4337809"/>
            <a:ext cx="112395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251670" y="1233182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1.</a:t>
            </a:r>
            <a:endParaRPr lang="zh-CN" alt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211123" y="2895600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2.</a:t>
            </a:r>
            <a:endParaRPr lang="zh-CN" altLang="en-US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211124" y="4632122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3.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560" y="2516698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5.</a:t>
            </a:r>
            <a:endParaRPr lang="zh-CN" altLang="en-US" sz="3200" dirty="0"/>
          </a:p>
        </p:txBody>
      </p:sp>
      <p:grpSp>
        <p:nvGrpSpPr>
          <p:cNvPr id="5" name="组合 4"/>
          <p:cNvGrpSpPr/>
          <p:nvPr/>
        </p:nvGrpSpPr>
        <p:grpSpPr>
          <a:xfrm>
            <a:off x="928339" y="2334673"/>
            <a:ext cx="11083953" cy="1876163"/>
            <a:chOff x="936728" y="807877"/>
            <a:chExt cx="11083953" cy="187616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43106" y="807877"/>
              <a:ext cx="11077575" cy="1047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36728" y="2093490"/>
              <a:ext cx="4010025" cy="590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TextBox 5"/>
          <p:cNvSpPr txBox="1"/>
          <p:nvPr/>
        </p:nvSpPr>
        <p:spPr>
          <a:xfrm>
            <a:off x="278235" y="5076738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6.</a:t>
            </a:r>
            <a:endParaRPr lang="zh-CN" altLang="en-US" sz="32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82168" y="4862950"/>
            <a:ext cx="105632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98552" y="812421"/>
            <a:ext cx="824865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45347" y="1041633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4.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5406" y="764797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7.</a:t>
            </a:r>
            <a:endParaRPr lang="zh-CN" altLang="en-US" sz="32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459379" y="623102"/>
            <a:ext cx="7900463" cy="1921297"/>
            <a:chOff x="1459379" y="623102"/>
            <a:chExt cx="7900463" cy="1921297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73142" y="623102"/>
              <a:ext cx="7886700" cy="981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59379" y="1763349"/>
              <a:ext cx="3686175" cy="781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52082" y="2853655"/>
            <a:ext cx="95059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06804" y="3064779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8.</a:t>
            </a:r>
            <a:endParaRPr lang="zh-CN" altLang="en-US" sz="3200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44873" y="4620106"/>
            <a:ext cx="913447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50147" y="4853032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9.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513120" y="842132"/>
            <a:ext cx="9045124" cy="1846234"/>
            <a:chOff x="1597010" y="783409"/>
            <a:chExt cx="9045124" cy="184623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650534" y="783409"/>
              <a:ext cx="8991600" cy="895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97010" y="1896218"/>
              <a:ext cx="3629025" cy="733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387655" y="1814819"/>
              <a:ext cx="4000500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5" name="TextBox 4"/>
          <p:cNvSpPr txBox="1"/>
          <p:nvPr/>
        </p:nvSpPr>
        <p:spPr>
          <a:xfrm>
            <a:off x="532701" y="994096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10.</a:t>
            </a:r>
            <a:endParaRPr lang="zh-CN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58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微软雅黑</vt:lpstr>
      <vt:lpstr>Arial</vt:lpstr>
      <vt:lpstr>Calibri</vt:lpstr>
      <vt:lpstr>Office 主题</vt:lpstr>
      <vt:lpstr>期末复习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期末复习</dc:title>
  <dc:creator>Ym</dc:creator>
  <cp:lastModifiedBy>123</cp:lastModifiedBy>
  <cp:revision>7</cp:revision>
  <dcterms:created xsi:type="dcterms:W3CDTF">2020-12-28T04:13:00Z</dcterms:created>
  <dcterms:modified xsi:type="dcterms:W3CDTF">2024-01-03T13:52:32Z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